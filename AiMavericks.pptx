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2951-7CCD-CD0E-180A-219D744B5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DF711-C6E2-722A-26CF-93036D768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76381-5CF5-5652-2A23-F28710A65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1D105-082E-966A-53CC-77C48792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334C4-D805-2221-C944-8BD020ED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14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286F-8AA8-6653-5FBF-3C0C8777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DF34A-15F7-B5B7-6704-787816174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F1A5-0319-A6E6-A14D-67F8B2FE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CB656-7B3B-E021-6D8D-F2066C46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D3336-6C1D-E72D-337A-5BF86179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36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23B68-7BA9-EC67-52B7-04368ADC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E5D4A-509D-4A3F-7D3F-DA4493548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94371-1913-7F7C-0EDA-5EB5B1976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796FF-7F2B-0A26-24AC-4D3328CE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B560A-9499-F3D7-5D4D-98EE7266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56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842F-4E8F-C0BD-5540-C6FE6B11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8AA66-6E55-BBE1-2E70-174B89642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20467-8BBC-5476-D878-8BE252FED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CD8AE-F7CF-B313-8D0E-A0513CBFA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5C0CC-2F9F-2100-4021-C4F76192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8A920-3053-EC08-A613-39E24339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67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8BE3-89F4-F1F3-0203-4B56AD4D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50210-76CE-ACED-C020-54BAE11BF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8A0B0-6761-1923-A112-34B68F383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D40EF-ADEB-DB85-672E-91AFB5704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BC109-DFC2-D45F-DAFA-E03E6DD66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7EC73-D93F-073B-214B-80AA7960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A49EF6-B3BB-6CE6-9AC8-85F1577F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D1F78-2862-B481-5E29-F5BF56178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449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5DEDC-C6E3-B803-2615-564E84D8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FF6DC-4583-AFAC-7FE6-B2ECA1A59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9F8D7-67AB-226C-E4EF-86F5527E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7112C-63BE-711C-A076-90A4796F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770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D9540-5F8A-629F-93DC-251E9167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3556B0-13F4-7A0C-8D9C-A9EA08C1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4118F-3372-6547-A2FC-B4651D21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54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B65C-ABA0-28CC-33B7-A04E66DBE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9AB3A-D2B7-3830-54AC-911846F3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8E3F4-66CB-A89A-D45F-341050996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1F9DD-AD9A-116B-5150-320A4727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B56F0F-508D-246E-4DF1-AE39BD49C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B14F1-3391-15D6-0370-1704D66C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85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33E72-3B2A-0967-151B-71B9CF1B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36397B-A7C1-9AF7-AD24-D72DC622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B53C8E-45E4-03AD-9AF0-EC6E98FF5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CA990-3650-5418-AACF-07F4E701A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FD2B-8EC0-0351-54D7-8BFA48D3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9D29F-4411-3DA2-C12C-2BE917B0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17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3313-992F-20C1-6BEE-87F83573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9155C-81BA-90A1-C343-36A0EC941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5FD07-D02C-663A-A16F-FDF2571D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CC364-7BA6-ACEE-AC4D-D9A61D09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0C8DF-A1A8-9E11-6F6E-AA81FD70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916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4DB528-CFAC-3B8E-A30F-C1CFD85C3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414D06-D051-3F12-C62E-C57F3F814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73E5-4644-9279-C309-9541CD51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CF510-0A86-F70A-F858-51F47CC0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81E2-B6FC-1C3E-D18D-80573634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14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ECCD1-1D08-ED4B-02F7-36887A39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993C1-ED27-2628-3E3C-E1B89CC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E5628-748A-8F3E-82A5-1B764B78E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8BD9D-31FB-453B-AC14-308B927D248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B8693-DFEC-6640-B2E7-519ECC7C7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38F98-6373-A3BE-23A7-84C5FD584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B4889-9829-46DA-9399-8F5EDD970C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3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5E66-0405-A671-C6B5-8C6B02303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B220B-6D86-6C93-02BF-BA2BCE8C1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963E42-BB4E-4C95-9634-3F8E45907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66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68869-3014-7074-7792-D9747204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967A-862C-CF15-4DA6-8B89AD54EE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9BB10-9D11-96AC-DF3E-CB9205BDFB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CEEA10DF-2895-8FED-8836-E30767ACE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5" cy="687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40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65C7-9100-1132-B5C5-98EFA935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35FC-86D1-7FEF-7981-D11558AF6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6D440962-51FF-E47A-941E-C4E67E8DD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341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1899-EFFB-7EFF-9237-8D9F2ABE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A4A2-DD53-4B88-5D18-F9A7E938B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25A9B6A-4534-B440-D1BD-FE866D6E0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4872"/>
            <a:ext cx="12192000" cy="7052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546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9E5D-EC04-53D1-BCAD-BA93F25F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CA3E7-6D4A-30D8-C779-B18EC24D1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35C3669-8B63-CBEA-9330-A01D57AFC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06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1518-E6A6-1EDC-C417-310B9148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9956-6C29-E97C-E138-0144D88A3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D043E8A-ED59-49E3-AF44-B526F6708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00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AA48-FB17-BB65-2D72-D0CA55D53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4BB71-2C6C-9F59-B1EF-63B616FA2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DD46697-2866-2655-9C19-574715118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14" y="0"/>
            <a:ext cx="122464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10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945B9-CEF8-ADDA-53D1-AF801BDF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74DED-D79F-8B7A-6DF4-E768D7E56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3B6B290-AC8D-A79A-6714-2073CE560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14" y="0"/>
            <a:ext cx="122464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747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32810-2183-4B2C-370D-FEB4A5D7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0BEC8-6694-EBAE-E9FF-D97E0E23E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61790E7-3372-9CC6-1B5A-2A09A1F24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473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A, Akshith</dc:creator>
  <cp:lastModifiedBy>A, Akshith</cp:lastModifiedBy>
  <cp:revision>1</cp:revision>
  <dcterms:created xsi:type="dcterms:W3CDTF">2026-06-12T09:00:46Z</dcterms:created>
  <dcterms:modified xsi:type="dcterms:W3CDTF">2026-06-12T10:50:26Z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864bb8-b671-4bed-ba85-9478127ab5e9_Enabled">
    <vt:lpwstr>true</vt:lpwstr>
  </property>
  <property fmtid="{D5CDD505-2E9C-101B-9397-08002B2CF9AE}" pid="3" name="MSIP_Label_b7864bb8-b671-4bed-ba85-9478127ab5e9_SetDate">
    <vt:lpwstr>2026-06-12T10:35:11Z</vt:lpwstr>
  </property>
  <property fmtid="{D5CDD505-2E9C-101B-9397-08002B2CF9AE}" pid="4" name="MSIP_Label_b7864bb8-b671-4bed-ba85-9478127ab5e9_Method">
    <vt:lpwstr>Standard</vt:lpwstr>
  </property>
  <property fmtid="{D5CDD505-2E9C-101B-9397-08002B2CF9AE}" pid="5" name="MSIP_Label_b7864bb8-b671-4bed-ba85-9478127ab5e9_Name">
    <vt:lpwstr>Confidential – 2023</vt:lpwstr>
  </property>
  <property fmtid="{D5CDD505-2E9C-101B-9397-08002B2CF9AE}" pid="6" name="MSIP_Label_b7864bb8-b671-4bed-ba85-9478127ab5e9_SiteId">
    <vt:lpwstr>36839a65-7f3f-4bac-9ea4-f571f10a9a03</vt:lpwstr>
  </property>
  <property fmtid="{D5CDD505-2E9C-101B-9397-08002B2CF9AE}" pid="7" name="MSIP_Label_b7864bb8-b671-4bed-ba85-9478127ab5e9_ActionId">
    <vt:lpwstr>a3cc0703-cab4-4c6d-9413-608bfb462b8e</vt:lpwstr>
  </property>
  <property fmtid="{D5CDD505-2E9C-101B-9397-08002B2CF9AE}" pid="8" name="MSIP_Label_b7864bb8-b671-4bed-ba85-9478127ab5e9_ContentBits">
    <vt:lpwstr>0</vt:lpwstr>
  </property>
  <property fmtid="{D5CDD505-2E9C-101B-9397-08002B2CF9AE}" pid="9" name="MSIP_Label_b7864bb8-b671-4bed-ba85-9478127ab5e9_Tag">
    <vt:lpwstr>10, 3, 0, 1</vt:lpwstr>
  </property>
</Properties>
</file>